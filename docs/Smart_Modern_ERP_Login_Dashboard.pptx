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343400" y="0"/>
            <a:ext cx="45720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MODERN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SYSTEM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71600" y="1280160"/>
            <a:ext cx="164592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Educating Minds  •  Building Futures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Traders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0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23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 THE SMART MODERN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SCHOOL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Nurturing Minds, Building Futures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4747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FKC TRADING ACADEMY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 |  Trade  |  Succeed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46634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0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00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THE SMART MODERN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ACADEMY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3492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 |  Knowledge  |  Excellence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6309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github.com/SMPSQ/The-Smart-Modern-ERP-System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0" y="731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to your ERP Dashboard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669280" y="1737360"/>
            <a:ext cx="512064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508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1737360"/>
            <a:ext cx="512064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ROLE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3317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3591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0" y="23317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23591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Admin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95360" y="23317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0" y="23591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Admin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29260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USERNAME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20040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246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admin@smartmodern.edu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35040" y="3840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411480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••••••••••••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3504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Remember 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709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Password?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5120640"/>
            <a:ext cx="4389120" cy="502920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5166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TO DASHBOARD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69280" y="58064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Role-Based Access  •  Encrypted Connection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MODERN  ERP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164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| 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76656"/>
            <a:ext cx="2377440" cy="6181344"/>
          </a:xfrm>
          <a:prstGeom prst="rect">
            <a:avLst/>
          </a:prstGeom>
          <a:solidFill>
            <a:srgbClr val="06101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41248"/>
            <a:ext cx="237744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841248"/>
            <a:ext cx="73152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Master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 Public School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FKC Trading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Edu Academy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Finance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Staff &amp; Users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System Settings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Reports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ERP Dashboard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51760" y="1234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all institutions  •  Real-time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51760" y="1645920"/>
            <a:ext cx="73152" cy="12344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17830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Students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834640" y="24688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 this month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8348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1645920"/>
            <a:ext cx="73152" cy="12344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17830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Batches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66360" y="24688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Trading + 24 School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645920"/>
            <a:ext cx="73152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17830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Collection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1.85L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98080" y="24688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Pending: Rs 42K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46920" y="1645920"/>
            <a:ext cx="21945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46920" y="1645920"/>
            <a:ext cx="73152" cy="12344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36" name="Text 34"/>
          <p:cNvSpPr/>
          <p:nvPr/>
        </p:nvSpPr>
        <p:spPr>
          <a:xfrm>
            <a:off x="9829800" y="17830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Profit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82980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4.2L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829800" y="24688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vs last month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51760" y="3108960"/>
            <a:ext cx="2926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651760" y="3108960"/>
            <a:ext cx="292608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2788920" y="3182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 Public School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834640" y="3703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820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Teachers: 48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Fees: Rs 28K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Today: 94%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60720" y="3108960"/>
            <a:ext cx="2926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60720" y="3108960"/>
            <a:ext cx="292608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43"/>
          <p:cNvSpPr/>
          <p:nvPr/>
        </p:nvSpPr>
        <p:spPr>
          <a:xfrm>
            <a:off x="5897880" y="3182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FKC Trading Academy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0" y="3703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215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Trainers: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Batches: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Performance: +12%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869680" y="3108960"/>
            <a:ext cx="2926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869680" y="3108960"/>
            <a:ext cx="292608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9" name="Text 47"/>
          <p:cNvSpPr/>
          <p:nvPr/>
        </p:nvSpPr>
        <p:spPr>
          <a:xfrm>
            <a:off x="9006840" y="3182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Educational Academy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052560" y="3703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213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Tutors: 18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Courses: 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Certificates: 67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377440" y="6400800"/>
            <a:ext cx="9814255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2" name="Text 50"/>
          <p:cNvSpPr/>
          <p:nvPr/>
        </p:nvSpPr>
        <p:spPr>
          <a:xfrm>
            <a:off x="2560320" y="649224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Educating Minds  •  Building Futures  •  Empowering Traders     |     github.com/SMPSQ/The-Smart-Modern-ERP-System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MODERN ERP SYSTEM  —  Complete Feature List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github.com/SMPSQ/The-Smart-Modern-ERP-System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834640" cy="5394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83464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PUBLIC SCHOOL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56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Registration &amp; Admission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Profile &amp; Documents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Classes &amp; Sections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Teacher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/ Teacher Attendance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 Management &amp; Challans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Exams, Marks &amp; Result Cards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Timetable &amp; Promotion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Cards &amp; Notifications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Homework &amp; Assignments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Income / Expense &amp; Reports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834640" cy="5394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83464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FKC TRADING ACADEMY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56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Course &amp; Batch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Enrollment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Trainer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Trading Class Schedule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 / Installment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Quiz, Tests &amp; Assignments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Certificates &amp; ID Cards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Trading Journal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Trade Entry/Exit &amp; P/L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&amp; Strategy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834640" cy="5394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14400"/>
            <a:ext cx="283464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EDUCATIONAL ACADEMY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554480"/>
            <a:ext cx="256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&amp; Tutor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Course &amp; Subject Setup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Classes &amp; Batches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Timetable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Attendance (Student/Tutor)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Fee &amp; Installments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Tests, Marks &amp; Results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Homework &amp; 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Tutor Salary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Reports &amp;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89720" y="914400"/>
            <a:ext cx="2834640" cy="5394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89720" y="914400"/>
            <a:ext cx="283464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FINANCE + USERS +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0" y="1554480"/>
            <a:ext cx="256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 Fee Collection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Daily/Monthly Income &amp; Expenses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Salaries, Rent, Utilities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Profit &amp; Loss Reports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Access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 Admin / School / Academy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&amp; Parent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/ Excel Export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Backup &amp; Restore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Dark/Light Mode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Responsive 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Smart Modern ERP - Login Dashboard</dc:title>
  <dc:subject>PptxGenJS Presentation</dc:subject>
  <dc:creator>The Smart Modern ERP System</dc:creator>
  <cp:lastModifiedBy>The Smart Modern ERP System</cp:lastModifiedBy>
  <cp:revision>1</cp:revision>
  <dcterms:created xsi:type="dcterms:W3CDTF">2026-09-21T07:22:58Z</dcterms:created>
  <dcterms:modified xsi:type="dcterms:W3CDTF">2026-09-21T07:22:58Z</dcterms:modified>
</cp:coreProperties>
</file>